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 → 91%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student. Same hours. Same free tools.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semester apart.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548640" cy="36576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WAS NOT ACCESS — IT WAS DISCIPLINE.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Eng. Mohamed Elredeny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5669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AI.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spc="2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LET AI USE YOU.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STUDY · ONE STUDENT · ONE YEAR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true story.</a:t>
            </a:r>
            <a:endParaRPr lang="en-US" sz="5400" dirty="0"/>
          </a:p>
          <a:p>
            <a:pPr indent="0" marL="0">
              <a:buNone/>
            </a:pPr>
            <a:r>
              <a:rPr lang="en-US" sz="5400" b="1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mine.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Fourth-year engineering student.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courses, a capstone, part-time work.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GPA: lower second class.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experience: zero.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32461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tried AI like everyone else does: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“summarise my notes.”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“write the essay.”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“fix this error.”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almost lost the entire year.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852160"/>
            <a:ext cx="54864" cy="365760"/>
          </a:xfrm>
          <a:prstGeom prst="rect">
            <a:avLst/>
          </a:prstGeom>
          <a:solidFill>
            <a:srgbClr val="D94714"/>
          </a:solidFill>
          <a:ln w="12700">
            <a:solidFill>
              <a:srgbClr val="D947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AI. THE PROBLEM IS HOW WE USE 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5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AI.</a:t>
            </a:r>
            <a:endParaRPr lang="en-US" sz="7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let AI</a:t>
            </a:r>
            <a:endParaRPr lang="en-US" sz="7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</a:t>
            </a:r>
            <a:pPr indent="0" marL="0">
              <a:lnSpc>
                <a:spcPct val="100000"/>
              </a:lnSpc>
              <a:buNone/>
            </a:pPr>
            <a:r>
              <a:rPr lang="en-US" sz="70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0"/>
            <a:ext cx="5486400" cy="2011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Gives context.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constraints.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Verifies every claim.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Edits in their own voice.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4114800"/>
            <a:ext cx="5486400" cy="201168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PASSENGER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4663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Asks vague questions.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Accepts the first answer.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Submits without checking.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fades silently.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TOOLS. OPPOSITE OUTCOMES.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actually</a:t>
            </a:r>
            <a:endParaRPr lang="en-US" sz="8000" dirty="0"/>
          </a:p>
          <a:p>
            <a:pPr indent="0" marL="0">
              <a:buNone/>
            </a:pPr>
            <a:r>
              <a:rPr lang="en-US" sz="80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with AI.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“Summarise my notes.” → read summary → feel ready → fail.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summary is not learning. It's the illusion of fluency.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897880"/>
            <a:ext cx="54864" cy="36576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STOP ASKING AI TO STUDY FOR YOU. ASK IT TO BUILD YOU A STUDY SYSTEM.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1 OF 7 · THE STUDY TUTOR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Replaces “summarise my notes.”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400800" cy="41148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9436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[ROLE] You are a graduate-level tutor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 subject]. Use the Socratic method.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[CONTEXT] Exam in 9 days. My notes below.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strengths: [list]. My gaps: [list].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[TASK] Produce, in this order: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A 3-sentence executive summary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8–12 key concepts with one-line defs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10 exam questions, easy → hard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Any contradictions in the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2 concepts likely tested but missing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[RULE] If it's not in my notes, say so.</a:t>
            </a:r>
            <a:pPr indent="0" marL="0">
              <a:buNone/>
            </a:pPr>
            <a:r>
              <a:rPr lang="en-US" sz="12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not invent.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 · C · T · F · ! FRAME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457200" cy="45720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0956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956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AI should be.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3044952"/>
            <a:ext cx="457200" cy="45720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3026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3273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situation, gaps, deadline.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3758184"/>
            <a:ext cx="457200" cy="45720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09560" y="37398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output you need, listed.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4471416"/>
            <a:ext cx="457200" cy="45720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09560" y="4453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9560" y="4700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want it presented.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5184648"/>
            <a:ext cx="457200" cy="45720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09560" y="5166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5413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that prevents lies.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THIS FRAME. EVERY GOOD PROMPT FOLLOWS IT.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2 &amp; 3 · TWO PROTOCOLS · RUN NIGHTLY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read. </a:t>
            </a:r>
            <a:pPr indent="0" marL="0">
              <a:buNone/>
            </a:pPr>
            <a:r>
              <a:rPr lang="en-US" sz="38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577840" cy="4023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ACTIVE RECALL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questions, not summaries.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“Give me 20 exam questions on [topic]: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8 multiple-choice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6 short-answer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4 application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2 transfer to a new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 the answers. After I respond,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 wrong one, name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misconception, the right reasoning,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principle I missed.”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beats re-reading. (Roediger &amp; Karpicke, 2006)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577840" cy="4023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FEYNMAN PROTOCOL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what you can't really explain.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“Play an intelligent non-expert with 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in [my field]. I will explain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[concept] to you. At every step, ask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basic question you don't get.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Don't fill in gaps for 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Don't accept jargon — ask what it means.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When I get circular, point it out.”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what you only think you understand.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ISN'T MEMORISING. IT'S TRAINING JUDGMENT.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5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· ONE SEMESTER LATER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GPA · passenger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0408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704088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 average · operator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12700">
            <a:solidFill>
              <a:srgbClr val="0A0A0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hours.   </a:t>
            </a:r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syllabus.   </a:t>
            </a:r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free tools.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5852160"/>
            <a:ext cx="54864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WAS THE STRUCTURE OF THE INTERACTION.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TWO ·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invents</a:t>
            </a:r>
            <a:endParaRPr lang="en-US" sz="8000" dirty="0"/>
          </a:p>
          <a:p>
            <a:pPr indent="0" marL="0">
              <a:buNone/>
            </a:pPr>
            <a:r>
              <a:rPr lang="en-US" sz="8000" b="1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Plausibly named papers. Real-looking authors. Real journals. They don't exist.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solidFill>
            <a:srgbClr val="D94714"/>
          </a:solidFill>
          <a:ln w="12700">
            <a:solidFill>
              <a:srgbClr val="D94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an AI paragraph into a literature review. Submit.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academic integrity case.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4663440"/>
            <a:ext cx="5486400" cy="1463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citation appears in your work that you have not personally read.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5806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takes 30 seconds.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4 · READ A PAPER PROPERLY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questions.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summary.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365760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claim, the method, the sample, the effect size? Three sentences. No interpretation.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2743200"/>
            <a:ext cx="365760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36008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three assumptions hold this paper up? Under what conditions does each one break?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2743200"/>
            <a:ext cx="365760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40496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0496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strongest counter-position in the field? Steelman it before dismissing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TOOLS THAT FIND REAL PAPERS: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   ·   Elicit   ·   Consensus   ·   SciSpace   ·   Connected Papers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+ 04 /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THREE + FOUR · BUILDING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Designer? Engineer?</a:t>
            </a:r>
            <a:endParaRPr lang="en-US" sz="5600" dirty="0"/>
          </a:p>
          <a:p>
            <a:pPr indent="0" marL="0">
              <a:buNone/>
            </a:pPr>
            <a:r>
              <a:rPr lang="en-US" sz="5600" b="1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both. This term.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SLIDES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Mermaid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text → diagrams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posters &amp;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Ideogram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AI images with real text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prompt to deck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SHIPPING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41148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AI-first code editor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free with student email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 / Bolt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prompt → working app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code + deploy in browser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035040"/>
            <a:ext cx="54864" cy="274320"/>
          </a:xfrm>
          <a:prstGeom prst="rect">
            <a:avLst/>
          </a:prstGeom>
          <a:solidFill>
            <a:srgbClr val="D94714"/>
          </a:solidFill>
          <a:ln w="12700">
            <a:solidFill>
              <a:srgbClr val="D947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FREE WITH A STUDENT EMAIL. MOST FREE WITHOUT ONE.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6 · THE DEBUGGING TRAP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ask for a fix.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a diagnosis.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5577840" cy="3383280"/>
          </a:xfrm>
          <a:prstGeom prst="rect">
            <a:avLst/>
          </a:prstGeom>
          <a:solidFill>
            <a:srgbClr val="D94714"/>
          </a:solidFill>
          <a:ln w="12700">
            <a:solidFill>
              <a:srgbClr val="D947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PEOPLE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“my code throws this error, fix it.”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works. You move 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months later, in a technical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interview, the same bug appears.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solve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606040"/>
            <a:ext cx="557784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ASK INSTEAD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“Before you propose a fix, give 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What this error actually means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Three possible causes, ranked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Commands to tell which one it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The test that would have caught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explain why your fix addresses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cause, not just the symptom.”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BUILDS DEPENDENCE.   ONE BUILDS AN ENGINEER.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FIVE · FROM PROJECT TO BUSINESS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ask AI for a</a:t>
            </a:r>
            <a:endParaRPr lang="en-US" sz="5400" dirty="0"/>
          </a:p>
          <a:p>
            <a:pPr indent="0" marL="0">
              <a:buNone/>
            </a:pPr>
            <a:r>
              <a:rPr lang="en-US" sz="5400" b="1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plan.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will write something that sounds plausible and tells you nothing about whether anyone will pay.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11247120" cy="15087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7 · ADVERSARIAL INTERROGATION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“Act as a sceptical reviewer with [sector] expertise. Here is my idea: [paragraph].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me the 10 questions a paying customer — not an investor — would ask before buying. Order them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cost-of-being-wrong. Wait for me to answer. Don't fill in the answers yourself.”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ANSWERS YOU WRITE — IN YOUR OWN WORDS — ARE THE BUSINESS PLAN.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· TAKE A PHOTO OF THIS SLIDE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prompts. </a:t>
            </a:r>
            <a:pPr indent="0" marL="0">
              <a:buNone/>
            </a:pPr>
            <a:r>
              <a:rPr lang="en-US" sz="38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domains.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TUTOR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340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→ exam-ready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2340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questions, hidden answers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9900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FEYNMAN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300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real comprehension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9900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300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· fragility · opposition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9502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SPEC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2611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text → Mermaid flowchart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9440" y="39502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CONTRACT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2611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before patch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49103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2212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→ falsifiable plan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892040"/>
            <a:ext cx="54864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· C · T · F · !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63640" y="5349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· Context · Task · Format · Rule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BRACKETS. KEEP THE STRUCTURE.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YOU DON'T CROSS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helps you do.</a:t>
            </a:r>
            <a:endParaRPr lang="en-US" sz="4600" dirty="0"/>
          </a:p>
          <a:p>
            <a:pPr indent="0" marL="0">
              <a:buNone/>
            </a:pPr>
            <a:r>
              <a:rPr lang="en-US" sz="4600" b="1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decide for you.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 your essay.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52160" y="3337560"/>
            <a:ext cx="0" cy="548640"/>
          </a:xfrm>
          <a:prstGeom prst="line">
            <a:avLst/>
          </a:prstGeom>
          <a:noFill/>
          <a:ln w="254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IT 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your position.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your code.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4206240"/>
            <a:ext cx="0" cy="548640"/>
          </a:xfrm>
          <a:prstGeom prst="line">
            <a:avLst/>
          </a:prstGeom>
          <a:noFill/>
          <a:ln w="25400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IT 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career.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business plan.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52160" y="5074920"/>
            <a:ext cx="0" cy="548640"/>
          </a:xfrm>
          <a:prstGeom prst="line">
            <a:avLst/>
          </a:prstGeom>
          <a:noFill/>
          <a:ln w="254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IT 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4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whether to chase it.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6035040"/>
            <a:ext cx="54864" cy="274320"/>
          </a:xfrm>
          <a:prstGeom prst="rect">
            <a:avLst/>
          </a:prstGeom>
          <a:solidFill>
            <a:srgbClr val="D94714"/>
          </a:solidFill>
          <a:ln w="12700">
            <a:solidFill>
              <a:srgbClr val="D947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JUDGMENT, IDENTITY, COMMITMENT — THESE ARE NOT DELEGABLE.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FOR · REAL · LIFE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 THIS ROOM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things.</a:t>
            </a:r>
            <a:endParaRPr lang="en-US" sz="5600" dirty="0"/>
          </a:p>
          <a:p>
            <a:pPr indent="0" marL="0">
              <a:buNone/>
            </a:pPr>
            <a:r>
              <a:rPr lang="en-US" sz="5600" b="1" i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two tools from this deck. Just two. Use them daily for one week.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459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one of the seven prompts on a real assignment you have right now.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645920" y="4709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calendar reminder for four weeks from today: am I getting sharper, or sloppier?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66928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AI. DON'T LET AI USE YOU.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Mohamed Elredeny  ·  Questions welcome.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Real Life</dc:title>
  <dc:subject>PptxGenJS Presentation</dc:subject>
  <dc:creator>Eng. Mohamed Elredeny</dc:creator>
  <cp:lastModifiedBy>Eng. Mohamed Elredeny</cp:lastModifiedBy>
  <cp:revision>1</cp:revision>
  <dcterms:created xsi:type="dcterms:W3CDTF">2026-04-30T08:46:41Z</dcterms:created>
  <dcterms:modified xsi:type="dcterms:W3CDTF">2026-04-30T08:46:41Z</dcterms:modified>
</cp:coreProperties>
</file>